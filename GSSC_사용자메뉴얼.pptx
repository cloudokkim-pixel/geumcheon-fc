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88890"/>
                </a:solidFill>
                <a:latin typeface="Malgun Gothic"/>
              </a:rPr>
              <a:t>G.S.S.C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5F5F7"/>
                </a:solidFill>
                <a:latin typeface="Malgun Gothic"/>
              </a:rPr>
              <a:t>서울금천축구클럽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CC2222"/>
                </a:solidFill>
                <a:latin typeface="Malgun Gothic"/>
              </a:rPr>
              <a:t>홈페이지 사용자 메뉴얼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0233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88890"/>
                </a:solidFill>
                <a:latin typeface="Malgun Gothic"/>
              </a:rPr>
              <a:t>본 문서는 G.S.S.C 홈페이지의 주요 메뉴와 관리자 기능을 안내합니다.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035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90"/>
                </a:solidFill>
                <a:latin typeface="Malgun Gothic"/>
              </a:rPr>
              <a:t>Since 2015  ·  geumcheon-fc.vercel.app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5F7"/>
                </a:solidFill>
                <a:latin typeface="Malgun Gothic"/>
              </a:rPr>
              <a:t>목  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2222"/>
                </a:solidFill>
                <a:latin typeface="Malgun Gothic"/>
              </a:rPr>
              <a:t>[ 일반 메뉴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F5F7"/>
                </a:solidFill>
                <a:latin typeface="Malgun Gothic"/>
              </a:rPr>
              <a:t>01.  메인 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1051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F5F7"/>
                </a:solidFill>
                <a:latin typeface="Malgun Gothic"/>
              </a:rPr>
              <a:t>02.  클럽 소개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5798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F5F7"/>
                </a:solidFill>
                <a:latin typeface="Malgun Gothic"/>
              </a:rPr>
              <a:t>03.  육성 시스템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0545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F5F7"/>
                </a:solidFill>
                <a:latin typeface="Malgun Gothic"/>
              </a:rPr>
              <a:t>04.  선수 모집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529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F5F7"/>
                </a:solidFill>
                <a:latin typeface="Malgun Gothic"/>
              </a:rPr>
              <a:t>05.  갤러리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F5F7"/>
                </a:solidFill>
                <a:latin typeface="Malgun Gothic"/>
              </a:rPr>
              <a:t>06.  후원 안내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478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F5F7"/>
                </a:solidFill>
                <a:latin typeface="Malgun Gothic"/>
              </a:rPr>
              <a:t>07.  후원 신청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9534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F5F7"/>
                </a:solidFill>
                <a:latin typeface="Malgun Gothic"/>
              </a:rPr>
              <a:t>08.  문의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097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55CC"/>
                </a:solidFill>
                <a:latin typeface="Malgun Gothic"/>
              </a:rPr>
              <a:t>[ 관리자 메뉴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463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F5F7"/>
                </a:solidFill>
                <a:latin typeface="Malgun Gothic"/>
              </a:rPr>
              <a:t>01.  관리자 로그인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81051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F5F7"/>
                </a:solidFill>
                <a:latin typeface="Malgun Gothic"/>
              </a:rPr>
              <a:t>02.  관리자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15798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F5F7"/>
                </a:solidFill>
                <a:latin typeface="Malgun Gothic"/>
              </a:rPr>
              <a:t>03.  갤러리 관리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50545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F5F7"/>
                </a:solidFill>
                <a:latin typeface="Malgun Gothic"/>
              </a:rPr>
              <a:t>04.  갤러리 등록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5F5F7"/>
                </a:solidFill>
                <a:latin typeface="Malgun Gothic"/>
              </a:rPr>
              <a:t>일반 메뉴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66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88890"/>
                </a:solidFill>
                <a:latin typeface="Malgun Gothic"/>
              </a:rPr>
              <a:t>홈페이지 주요 페이지 안내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4008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5F7"/>
                </a:solidFill>
                <a:latin typeface="Malgun Gothic"/>
              </a:rPr>
              <a:t>메인 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371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90"/>
                </a:solidFill>
                <a:latin typeface="Malgun Gothic"/>
              </a:rPr>
              <a:t>/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777240"/>
            <a:ext cx="1708637" cy="57607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001000" y="685800"/>
            <a:ext cx="3977639" cy="594360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40" y="822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2222"/>
                </a:solidFill>
                <a:latin typeface="Malgun Gothic"/>
              </a:rPr>
              <a:t>페이지 안내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11430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F5F7"/>
                </a:solidFill>
                <a:latin typeface="Malgun Gothic"/>
              </a:rPr>
              <a:t>메인 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82880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90"/>
                </a:solidFill>
                <a:latin typeface="Malgun Gothic"/>
              </a:rPr>
              <a:t>클럽 소개·통계·파이프라인·갤러리 미리보기 등 사이트 전체 요약 페이지입니다.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6035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90"/>
                </a:solidFill>
                <a:latin typeface="Malgun Gothic"/>
              </a:rPr>
              <a:t>URL: 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4008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5F7"/>
                </a:solidFill>
                <a:latin typeface="Malgun Gothic"/>
              </a:rPr>
              <a:t>클럽 소개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371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90"/>
                </a:solidFill>
                <a:latin typeface="Malgun Gothic"/>
              </a:rPr>
              <a:t>/club-introduction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777240"/>
            <a:ext cx="2030209" cy="57607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001000" y="685800"/>
            <a:ext cx="3977639" cy="594360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40" y="822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2222"/>
                </a:solidFill>
                <a:latin typeface="Malgun Gothic"/>
              </a:rPr>
              <a:t>페이지 안내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11430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F5F7"/>
                </a:solidFill>
                <a:latin typeface="Malgun Gothic"/>
              </a:rPr>
              <a:t>클럽 소개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82880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90"/>
                </a:solidFill>
                <a:latin typeface="Malgun Gothic"/>
              </a:rPr>
              <a:t>서울금천축구클럽의 역사·철학·코칭스태프 등 클럽 정체성을 안내합니다.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6035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90"/>
                </a:solidFill>
                <a:latin typeface="Malgun Gothic"/>
              </a:rPr>
              <a:t>URL: /club-introduction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4008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5F7"/>
                </a:solidFill>
                <a:latin typeface="Malgun Gothic"/>
              </a:rPr>
              <a:t>육성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371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90"/>
                </a:solidFill>
                <a:latin typeface="Malgun Gothic"/>
              </a:rPr>
              <a:t>/program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777240"/>
            <a:ext cx="2705621" cy="57607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001000" y="685800"/>
            <a:ext cx="3977639" cy="594360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40" y="822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2222"/>
                </a:solidFill>
                <a:latin typeface="Malgun Gothic"/>
              </a:rPr>
              <a:t>페이지 안내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11430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F5F7"/>
                </a:solidFill>
                <a:latin typeface="Malgun Gothic"/>
              </a:rPr>
              <a:t>육성 시스템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82880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90"/>
                </a:solidFill>
                <a:latin typeface="Malgun Gothic"/>
              </a:rPr>
              <a:t>초등~성인 단계별 훈련 프로그램과 커리큘럼을 확인할 수 있습니다.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6035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90"/>
                </a:solidFill>
                <a:latin typeface="Malgun Gothic"/>
              </a:rPr>
              <a:t>URL: /program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4008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5F7"/>
                </a:solidFill>
                <a:latin typeface="Malgun Gothic"/>
              </a:rPr>
              <a:t>선수 모집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371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90"/>
                </a:solidFill>
                <a:latin typeface="Malgun Gothic"/>
              </a:rPr>
              <a:t>/application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777240"/>
            <a:ext cx="2506931" cy="57607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001000" y="685800"/>
            <a:ext cx="3977639" cy="594360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40" y="822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2222"/>
                </a:solidFill>
                <a:latin typeface="Malgun Gothic"/>
              </a:rPr>
              <a:t>페이지 안내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11430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F5F7"/>
                </a:solidFill>
                <a:latin typeface="Malgun Gothic"/>
              </a:rPr>
              <a:t>선수 모집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82880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90"/>
                </a:solidFill>
                <a:latin typeface="Malgun Gothic"/>
              </a:rPr>
              <a:t>전 연령 선수 모집 안내 및 지원 절차를 확인합니다.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6035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90"/>
                </a:solidFill>
                <a:latin typeface="Malgun Gothic"/>
              </a:rPr>
              <a:t>URL: /application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4008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5F7"/>
                </a:solidFill>
                <a:latin typeface="Malgun Gothic"/>
              </a:rPr>
              <a:t>갤러리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371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90"/>
                </a:solidFill>
                <a:latin typeface="Malgun Gothic"/>
              </a:rPr>
              <a:t>/gallery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777240"/>
            <a:ext cx="5887464" cy="57607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001000" y="685800"/>
            <a:ext cx="3977639" cy="594360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40" y="822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2222"/>
                </a:solidFill>
                <a:latin typeface="Malgun Gothic"/>
              </a:rPr>
              <a:t>페이지 안내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11430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F5F7"/>
                </a:solidFill>
                <a:latin typeface="Malgun Gothic"/>
              </a:rPr>
              <a:t>갤러리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82880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90"/>
                </a:solidFill>
                <a:latin typeface="Malgun Gothic"/>
              </a:rPr>
              <a:t>훈련·경기·행사 사진을 카테고리별로 탐색합니다.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6035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90"/>
                </a:solidFill>
                <a:latin typeface="Malgun Gothic"/>
              </a:rPr>
              <a:t>URL: /gallery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4008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5F7"/>
                </a:solidFill>
                <a:latin typeface="Malgun Gothic"/>
              </a:rPr>
              <a:t>후원 안내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371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90"/>
                </a:solidFill>
                <a:latin typeface="Malgun Gothic"/>
              </a:rPr>
              <a:t>/support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777240"/>
            <a:ext cx="2482920" cy="57607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001000" y="685800"/>
            <a:ext cx="3977639" cy="594360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40" y="822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2222"/>
                </a:solidFill>
                <a:latin typeface="Malgun Gothic"/>
              </a:rPr>
              <a:t>페이지 안내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11430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F5F7"/>
                </a:solidFill>
                <a:latin typeface="Malgun Gothic"/>
              </a:rPr>
              <a:t>후원 안내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82880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90"/>
                </a:solidFill>
                <a:latin typeface="Malgun Gothic"/>
              </a:rPr>
              <a:t>클럽 후원 방법과 혜택을 안내합니다.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6035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90"/>
                </a:solidFill>
                <a:latin typeface="Malgun Gothic"/>
              </a:rPr>
              <a:t>URL: /support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4008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5F7"/>
                </a:solidFill>
                <a:latin typeface="Malgun Gothic"/>
              </a:rPr>
              <a:t>후원 신청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371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90"/>
                </a:solidFill>
                <a:latin typeface="Malgun Gothic"/>
              </a:rPr>
              <a:t>/support/apply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777240"/>
            <a:ext cx="4393769" cy="57607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001000" y="685800"/>
            <a:ext cx="3977639" cy="594360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40" y="822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2222"/>
                </a:solidFill>
                <a:latin typeface="Malgun Gothic"/>
              </a:rPr>
              <a:t>페이지 안내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11430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F5F7"/>
                </a:solidFill>
                <a:latin typeface="Malgun Gothic"/>
              </a:rPr>
              <a:t>후원 신청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82880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90"/>
                </a:solidFill>
                <a:latin typeface="Malgun Gothic"/>
              </a:rPr>
              <a:t>후원 신청 양식 페이지입니다.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6035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90"/>
                </a:solidFill>
                <a:latin typeface="Malgun Gothic"/>
              </a:rPr>
              <a:t>URL: /support/apply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4008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5F7"/>
                </a:solidFill>
                <a:latin typeface="Malgun Gothic"/>
              </a:rPr>
              <a:t>문의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371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90"/>
                </a:solidFill>
                <a:latin typeface="Malgun Gothic"/>
              </a:rPr>
              <a:t>/contact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777240"/>
            <a:ext cx="3933350" cy="57607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001000" y="685800"/>
            <a:ext cx="3977639" cy="594360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40" y="822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2222"/>
                </a:solidFill>
                <a:latin typeface="Malgun Gothic"/>
              </a:rPr>
              <a:t>페이지 안내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11430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F5F7"/>
                </a:solidFill>
                <a:latin typeface="Malgun Gothic"/>
              </a:rPr>
              <a:t>문의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82880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90"/>
                </a:solidFill>
                <a:latin typeface="Malgun Gothic"/>
              </a:rPr>
              <a:t>전화·이메일·SNS 등 클럽 연락처 및 위치 정보를 제공합니다.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6035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90"/>
                </a:solidFill>
                <a:latin typeface="Malgun Gothic"/>
              </a:rPr>
              <a:t>URL: /contact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5F5F7"/>
                </a:solidFill>
                <a:latin typeface="Malgun Gothic"/>
              </a:rPr>
              <a:t>관리자 메뉴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66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88890"/>
                </a:solidFill>
                <a:latin typeface="Malgun Gothic"/>
              </a:rPr>
              <a:t>관리자 전용 기능 안내 (로그인 필요)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4008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5F7"/>
                </a:solidFill>
                <a:latin typeface="Malgun Gothic"/>
              </a:rPr>
              <a:t>[관리자]  관리자 로그인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371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90"/>
                </a:solidFill>
                <a:latin typeface="Malgun Gothic"/>
              </a:rPr>
              <a:t>/admin/login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777240"/>
            <a:ext cx="7680960" cy="4800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001000" y="685800"/>
            <a:ext cx="3977639" cy="594360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40" y="822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55CC"/>
                </a:solidFill>
                <a:latin typeface="Malgun Gothic"/>
              </a:rPr>
              <a:t>관리자 기능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11430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F5F7"/>
                </a:solidFill>
                <a:latin typeface="Malgun Gothic"/>
              </a:rPr>
              <a:t>관리자 로그인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82880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90"/>
                </a:solidFill>
                <a:latin typeface="Malgun Gothic"/>
              </a:rPr>
              <a:t>관리자 계정으로 로그인하는 페이지입니다. (일반 사용자 접근 불가)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6035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90"/>
                </a:solidFill>
                <a:latin typeface="Malgun Gothic"/>
              </a:rPr>
              <a:t>URL: /admin/login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4008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5F7"/>
                </a:solidFill>
                <a:latin typeface="Malgun Gothic"/>
              </a:rPr>
              <a:t>[관리자]  관리자 대시보드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371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90"/>
                </a:solidFill>
                <a:latin typeface="Malgun Gothic"/>
              </a:rPr>
              <a:t>/admin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777240"/>
            <a:ext cx="7680960" cy="4800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001000" y="685800"/>
            <a:ext cx="3977639" cy="594360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40" y="822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55CC"/>
                </a:solidFill>
                <a:latin typeface="Malgun Gothic"/>
              </a:rPr>
              <a:t>관리자 기능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11430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F5F7"/>
                </a:solidFill>
                <a:latin typeface="Malgun Gothic"/>
              </a:rPr>
              <a:t>관리자 대시보드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82880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90"/>
                </a:solidFill>
                <a:latin typeface="Malgun Gothic"/>
              </a:rPr>
              <a:t>로그인 후 접근하는 관리자 홈 화면입니다.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6035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90"/>
                </a:solidFill>
                <a:latin typeface="Malgun Gothic"/>
              </a:rPr>
              <a:t>URL: /admin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4008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5F7"/>
                </a:solidFill>
                <a:latin typeface="Malgun Gothic"/>
              </a:rPr>
              <a:t>[관리자]  갤러리 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371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90"/>
                </a:solidFill>
                <a:latin typeface="Malgun Gothic"/>
              </a:rPr>
              <a:t>/admin/gallery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777240"/>
            <a:ext cx="7680960" cy="4800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001000" y="685800"/>
            <a:ext cx="3977639" cy="594360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40" y="822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55CC"/>
                </a:solidFill>
                <a:latin typeface="Malgun Gothic"/>
              </a:rPr>
              <a:t>관리자 기능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11430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F5F7"/>
                </a:solidFill>
                <a:latin typeface="Malgun Gothic"/>
              </a:rPr>
              <a:t>갤러리 관리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82880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90"/>
                </a:solidFill>
                <a:latin typeface="Malgun Gothic"/>
              </a:rPr>
              <a:t>등록된 갤러리 목록을 확인하고 삭제할 수 있습니다.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6035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90"/>
                </a:solidFill>
                <a:latin typeface="Malgun Gothic"/>
              </a:rPr>
              <a:t>URL: /admin/gallery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4008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5F7"/>
                </a:solidFill>
                <a:latin typeface="Malgun Gothic"/>
              </a:rPr>
              <a:t>[관리자]  갤러리 등록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371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90"/>
                </a:solidFill>
                <a:latin typeface="Malgun Gothic"/>
              </a:rPr>
              <a:t>/admin/gallery/new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777240"/>
            <a:ext cx="7680960" cy="4800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001000" y="685800"/>
            <a:ext cx="3977639" cy="594360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40" y="822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55CC"/>
                </a:solidFill>
                <a:latin typeface="Malgun Gothic"/>
              </a:rPr>
              <a:t>관리자 기능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11430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F5F7"/>
                </a:solidFill>
                <a:latin typeface="Malgun Gothic"/>
              </a:rPr>
              <a:t>갤러리 등록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82880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90"/>
                </a:solidFill>
                <a:latin typeface="Malgun Gothic"/>
              </a:rPr>
              <a:t>새 갤러리 항목(사진·제목·카테고리)을 등록하는 폼 페이지입니다.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6035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90"/>
                </a:solidFill>
                <a:latin typeface="Malgun Gothic"/>
              </a:rPr>
              <a:t>URL: /admin/gallery/new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